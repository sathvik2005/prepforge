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PrepForge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System Architecture &amp;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AI-powered interview simulation &amp; skill assessment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Core Value Propositions: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Explainable AI: Transparent rule-based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Semantic Intelligence: Resume parsing &amp; skill-gap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Adaptive Learning: Dynamic difficulty adjustment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Real-Time Interaction: WebSocket-driven live sessions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Longitudinal Tracking: Progress monitoring across attempts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Layered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Presentation Layer: React 18, Recharts, Tailwind CSS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Real-Time Layer: Socket.IO (/interview, /coding-interview-v2, /collaboration)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API Gateway Layer: Authentication &amp; request routing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Business Logic Layer: Interview Orchestrator, Evaluation Engine, Question Generator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Data Access Layer: Mongoose models, session cache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Persistence Layer: MongoDB collections with indexing strategy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External Services: OpenAI, OpenRouter, Cloud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Frontend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Pages: HomePage, InterviewPage, AnalyticsDashboard, ResumeUploadPage, LearningRoadmap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Components: MonacoEditor, EvaluationCard, TrendChart, FeedbackDisplay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Custom Hooks: useRealTimeInterview, useAnalyticsData, useUserProfile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State Management: Zustand (userSlice, interviewSlice, analyticsSlice)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Real-time WebSocket events for instant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Business Logic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InterviewOrchestrator: Session management &amp; adaptive questioning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EvaluationEngine: Rule-based 5-metric scoring (clarity, relevance, depth, structure, accuracy)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SemanticSkillMatcher: Skill ontology &amp; transferability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ResumeParserService: PDF/DOCX extraction &amp; ATS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QuestionGenerationService: LLM-based question generation (generation-only, not scoring)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SessionStateManager: State persistence &amp;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Real-Time Communication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Namespace: /interview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start_interview → interview_started + firstQuestion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submit_answer → feedback + nextQuestion/completed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get_session → session_data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end_interview → interview_completed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Event-driven architecture with callback-based response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Room-based session management for multi-user collaboration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Domain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User: Profile, credentials, skill profile, interview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ParsedResume: Parsed data, ATS score, version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ConversationalInterview: Turns array, evaluation metrics, session state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SkillGap: Gap type, severity, evidence,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InterviewProgress: Score trends, topic mastery, readiness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JobDescription: Required/preferred skills, role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Evaluation &amp;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5-Metric Rule-Based Scoring: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Clarity (20%): Lucidity and coherence of answer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Relevance (25%): Alignment with question requirements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Depth (25%): Technical sophistication and detail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Structure (15%): Organization and flow of ideas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Technical Accuracy (15%): Correctness of concepts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Aggregated score: 0-100 scale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Transparent breakdown enables gap detection &amp; personalized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Skill Gap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6 Gap Types: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Knowledge-gap: Required concept missing from resume &amp; answer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Explanation-gap: Knows skill but cannot explain well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Depth-gap: Surface knowledge but lacks advanced understanding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Application-gap: Cannot apply knowledge to real scenarios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Resume-missing: Skill required by JD but absent from resume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Interview-missing: Skill claims on resume not demonstrated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Severity levels: critical, high, medium, 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Evidence tracking: from resume, JD, interview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Interview Session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1. Load Context: Resume + JD loaded into session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2. Generate Question: LLM creates question at appropriate difficulty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3. Evaluate Answer: Rule engine scores on 5 dimensions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4. Detect Gaps: Identify knowledge/explanation/depth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5. Adapt Session: Adjust difficulty + generate follow-ups as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6. Continue/Complete: Evaluate stop condition (max turns, coverage goal)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7. Finalize: Compute overall readiness score &amp; generate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Adaptive Difficulty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Difficulty Levels: Easy (1-3/10), Medium (4-6/10), Hard (7-9/10)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Trigger Rules: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avg(last 3 scores) ≥ 85 → Increase difficulty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avg(last 3 scores) ≤ 40 → Decrease difficulty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- 50-80 range → Maintain current level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Per-question adjustment: Question complexity tailored to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Prevents boredom (too easy) and discouragement (too hard)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MongoDB Data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Collections: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users: Profiles &amp; credentials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parsed_resumes: Resume versions &amp; parsed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conversational_interviews: Interview sessions &amp; turns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skill_gaps: Gap records &amp;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interview_progress: Longitudinal trends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job_descriptions: JD templates &amp; skills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Indexing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Unique: userId + resumeId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Compound: userId +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TTL: Session expiry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REST API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Authentication: /auth/signup, /auth/login, /auth/logout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Resume Management: /resume/upload, /resume/:id, /resume/versions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Interview Management: /interview/start, /interview/:id, /interview/:id/answer, /interview/:id/end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Analytics: /analytics/progress, /analytics/gaps, /analytics/report/:id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Learning Roadmap: /roadmap, /roadmap/resources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JWT-based authentication with role-based access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Score Trends: Line charts tracking category scores over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Topic Mastery: Radar charts showing proficiency across topics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Readiness Score: Weighted calculation incorporating: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Recent performance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Gap penalties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Performance trend bonuses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Improvement Metrics: Overall improvement, velocity, trajectory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Real-time updates on each turn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End-to-End Candidate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1. Onboarding: Sign up → Complete profile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2. Preparation: Upload resume → Parse &amp; preview → Select target role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3. Interview: Start session → Answer questions → Receive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4. Analysis: View report → Track progress → Identify gaps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5. Learning: Review roadmap → Engage with resources → Re-interview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6. Iteration: Validate learning → Improve scores → Gain confidence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Resume Parsing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File Support: PDF, DOCX with format auto-detection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Parsing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1. Extract text from document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2. Detect sections (contact, education, experience, skills)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3. Extract entities (dates, companies, skills)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4. Calculate ATS score (250-900 scale)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5. Detect format variant (Western, Europass, Indian-standard)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Version Control: Track parsing history, isLatest flag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Quality Metrics: Extraction confidence, failed sections, warnings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Semantic Skill Matcher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Skill Ontology: Hierarchical skill relationships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Transferability Matrix: Cross-domain skill applicability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Frontend frameworks → 70% transfer to UI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SQL databases → 80% transfer to data modeling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Cloud platforms → 60% transfer to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Match Types: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Exact match (1.0), Synonym (1.0), Transferable (0.5-0.8), Missing (0)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Formula: (exact×1.0 + synonym×1.0 + transfer×0.7) / totalJDSkills ×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Client Tier: Web browser SPA, mobile app (future)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CDN: Cloudflare for static assets &amp;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Load Balancer: Application Load Balancer for HTTPS termination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App Servers: Horizontally scaled Express instances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Data Tier: MongoDB replica set + Redis cache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External Services: OpenAI API, cloud storage (S3/GCS)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Environments: Development, Staging, Production with automated backups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Container &amp;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Docker: Multi-stage builds with Node.js 18-alpine 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Docker Compose: Local development stack (backend, mongo, redis)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Kubernetes: Production orchestration (future)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Health Checks: HTTP endpoint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Environment Configuration: 12-factor app principles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CI/CD Integration: Automated testing &amp;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Interview Session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SCHEDULED → IN_PROGRESS: start_interview event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IN_PROGRESS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PAUSED: user pause request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COMPLETED: interview concluded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ABANDONED: timeout or user abandon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PAUSED → IN_PROGRESS: resume_interview event (within 24h)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COMPLETED / ABANDONED: Final state with data preservation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Skill Gap Resolution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DETECTED: Initial identification in interview/resume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CONFIRMED: Reviewed in 2+ turns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LEARNING: Action plan assigned (course, practice, project)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IN_PROGRESS: User engages with resources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VALIDATED: Demonstrated in follow-up question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RESOLVED: Gap closed with closure evidence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Alternative paths: DISMISSED, ESCALATED for critical gaps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Real-Time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Event Source: Interview answer via WebSocket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Processing: Evaluate → Detect gaps → Update state → Compute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Persistence: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Save turn to ConversationalInterview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Create/update SkillGap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Update InterviewProgress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Real-Time Distribution: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Emit feedback to client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Update analytics cache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Trigger roadmap refresh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Visualization: Dashboard updates, gap panel, progress card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Question Generation &amp;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Topic Selection: JD-required, uncovered area, weak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Difficulty Selection: Based on recent average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Generation: LLM creates question (generation-only, not scoring)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Template Validation: Clarity, relevance, appropriate difficulty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Evaluation: Rule-based 5-metric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Next Action Decision: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Score &lt; 50: Follow-up on same topic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Score 50-80: Move to next topic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- Score ≥ 80: Advance to harder topic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Architectural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Explainable AI: Rule-based scoring &gt; black-box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Separation of Concerns: LLM for generation, engine for evaluation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Real-Time Responsiveness: WebSocket for instant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Adaptive Personalization: Difficulty &amp; follow-ups based on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Transparent Evidence: Gap sources tracked (resume, JD, interview)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Scalability: Horizontal scaling of API servers, connection pooling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Data Privacy: JWT auth, encrypted passwords, audit logging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Complete system architecture documented with all layers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12 major components: models, services, real-time comms,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Grounded in actual PrepForge codebase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Production-ready deployment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Next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→ Begin phase 2 implementation based on this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→ Expand to support coding challenges &amp; peer collaboration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→ Scale real-time communication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